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7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640080"/>
            <a:ext cx="1005840" cy="100584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804" y="790956"/>
            <a:ext cx="704088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從原型到生產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27889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Amazon Bedrock AgentCore 打造企業級客服智能體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 +   AgentCore Memory  ·  Gateway  ·  Identity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notebook.ipynb — Lab 1 逐步解析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完成這個 Lab 後，你將能夠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685239"/>
            <a:ext cx="396850" cy="396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545336"/>
            <a:ext cx="9692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說出本地工具、長期記憶、集中閘道三種能力，如何疊加在同一個智能體上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651760"/>
            <a:ext cx="566928" cy="566928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" y="2736799"/>
            <a:ext cx="396850" cy="3968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596896"/>
            <a:ext cx="9692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Strands Agents 組出具備工具呼叫能力的客服智能體原型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" y="3703320"/>
            <a:ext cx="566928" cy="566928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" y="3788359"/>
            <a:ext cx="396850" cy="3968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3648456"/>
            <a:ext cx="9692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AgentCore Memory，讓智能體記住跨會話的客戶偏好與事實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31520" y="4754880"/>
            <a:ext cx="566928" cy="566928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" y="4839919"/>
            <a:ext cx="396850" cy="3968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0200" y="4700016"/>
            <a:ext cx="9692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OAuth2 / JWT 建立安全的 AgentCore Gateway，集中治理企業工具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學習目標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三個困擾企業導入 AI 客服的真實問題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先想想：你有沒有遇過類似的經驗？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2308" y="196596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1935328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772" y="2409444"/>
            <a:ext cx="576072" cy="576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291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客戶得重複自我介紹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6628" y="3977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智能體只記得當下這次對話，換一個 session 就完全失憶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1348" y="196596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5684368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812" y="2409444"/>
            <a:ext cx="576072" cy="5760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48" y="3291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工具散落各處難以治理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55668" y="3977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每個智能體各自寫一份工具程式碼，無法安全共用、難以維護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0388" y="196596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5" name="Shape 11"/>
          <p:cNvSpPr/>
          <p:nvPr/>
        </p:nvSpPr>
        <p:spPr>
          <a:xfrm>
            <a:off x="9433408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852" y="2409444"/>
            <a:ext cx="576072" cy="5760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8988" y="3291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任何人都能呼叫敏感工具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04708" y="3977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沒有身分驗證機制，無法限制誰能存取哪些企業資源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這三個問題，正是接下來三個任務要依序解決的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三階段能力演進：同一個智能體，逐步疊加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6608" y="2103120"/>
            <a:ext cx="3108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  <a:effectLst>
            <a:outerShdw blurRad="76200" dist="38100" dir="5400000" algn="bl" rotWithShape="0">
              <a:srgbClr val="9AAAC7">
                <a:alpha val="3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1889608" y="2423160"/>
            <a:ext cx="822960" cy="822960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052" y="2546604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9488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9488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Agent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0928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本地工具 + System Prompt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28720" y="3401568"/>
            <a:ext cx="539496" cy="329184"/>
          </a:xfrm>
          <a:prstGeom prst="rightArrow">
            <a:avLst/>
          </a:prstGeom>
          <a:solidFill>
            <a:srgbClr val="C9D6EC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4541368" y="2103120"/>
            <a:ext cx="3108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  <a:effectLst>
            <a:outerShdw blurRad="76200" dist="38100" dir="5400000" algn="bl" rotWithShape="0">
              <a:srgbClr val="9AAAC7">
                <a:alpha val="3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1" name="Shape 8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812" y="2546604"/>
            <a:ext cx="576072" cy="5760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4248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24248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AgentCore Memory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15688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跨會話長期記憶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23480" y="3401568"/>
            <a:ext cx="539496" cy="329184"/>
          </a:xfrm>
          <a:prstGeom prst="rightArrow">
            <a:avLst/>
          </a:prstGeom>
          <a:solidFill>
            <a:srgbClr val="C9D6EC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7" name="Shape 13"/>
          <p:cNvSpPr/>
          <p:nvPr/>
        </p:nvSpPr>
        <p:spPr>
          <a:xfrm>
            <a:off x="8336128" y="2103120"/>
            <a:ext cx="3108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  <a:effectLst>
            <a:outerShdw blurRad="76200" dist="38100" dir="5400000" algn="bl" rotWithShape="0">
              <a:srgbClr val="9AAAC7">
                <a:alpha val="3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8" name="Shape 14"/>
          <p:cNvSpPr/>
          <p:nvPr/>
        </p:nvSpPr>
        <p:spPr>
          <a:xfrm>
            <a:off x="9479128" y="242316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2572" y="2546604"/>
            <a:ext cx="576072" cy="5760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19008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19008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Gateway / Identity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10448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集中工具 + OAuth 驗證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總覽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53746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515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4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2468880" y="2331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468880" y="27889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基礎設置與基本智能體建立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514600" y="3977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安裝依賴、匯入 AWS / AgentCore / Strands 函式庫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檢視 4 個本地工具與 System Prompt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514600" y="4892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建立並測試 Basic Agent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智能體的三個核心組成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367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53619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　</a:t>
            </a: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Pro（us.amazon.nova-pro-v1:0）負責推理與決策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50545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40487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　</a:t>
            </a: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定義客服人設、服務標準與可用工具說明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3741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27355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個本地工具　</a:t>
            </a: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@tool 裝飾器定義，寫在 lab1_strands_agent.py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858000" y="1463040"/>
            <a:ext cx="2240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8"/>
          <p:cNvSpPr/>
          <p:nvPr/>
        </p:nvSpPr>
        <p:spPr>
          <a:xfrm>
            <a:off x="7685532" y="1645920"/>
            <a:ext cx="585216" cy="585216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314" y="1733702"/>
            <a:ext cx="409651" cy="4096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0" y="2331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get_product_info()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949440" y="26700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產品技術規格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9281160" y="1463040"/>
            <a:ext cx="2240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8" name="Shape 12"/>
          <p:cNvSpPr/>
          <p:nvPr/>
        </p:nvSpPr>
        <p:spPr>
          <a:xfrm>
            <a:off x="10108692" y="1645920"/>
            <a:ext cx="585216" cy="585216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6474" y="1733702"/>
            <a:ext cx="409651" cy="4096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372600" y="2331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get_return_policy()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9372600" y="26700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退換貨政策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858000" y="3246120"/>
            <a:ext cx="2240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Shape 16"/>
          <p:cNvSpPr/>
          <p:nvPr/>
        </p:nvSpPr>
        <p:spPr>
          <a:xfrm>
            <a:off x="7685532" y="3429000"/>
            <a:ext cx="585216" cy="585216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3314" y="3516782"/>
            <a:ext cx="409651" cy="40965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4114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get_technical_support()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6949440" y="44531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技術支援知識庫 (RAG)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9281160" y="3246120"/>
            <a:ext cx="2240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8" name="Shape 20"/>
          <p:cNvSpPr/>
          <p:nvPr/>
        </p:nvSpPr>
        <p:spPr>
          <a:xfrm>
            <a:off x="10108692" y="3429000"/>
            <a:ext cx="585216" cy="585216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6474" y="3516782"/>
            <a:ext cx="409651" cy="40965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372600" y="4114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web_search()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9372600" y="44531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網路搜尋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建立並測試 Basic Agent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309360" cy="2788920"/>
          </a:xfrm>
          <a:prstGeom prst="roundRect">
            <a:avLst>
              <a:gd name="adj" fmla="val 2623"/>
            </a:avLst>
          </a:prstGeom>
          <a:solidFill>
            <a:srgbClr val="0F1B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868680" y="1673352"/>
            <a:ext cx="5852160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BedrockModel(model_id=MODEL_ID,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temperature=0.3, region_name=REGION)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basic_agent = Agent(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tools=[get_product_info, get_return_policy,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get_technical_support, web_search],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system_prompt=SYSTEM_PROMPT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完全在本機執行，尚未建立任何 AgentCore 雲端資源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0" y="150876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7589520" y="178308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958" y="185851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1783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測試情境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「What's the return policy for laptops?」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635240" y="3108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智能體自主判斷 → 呼叫 get_return_policy("laptops") → 整合成友善、格式化的回覆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3524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驗證：問題分析 → 工具選擇 → 工具執行 → 回應整合，四步驟迴路已跑通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這個原型還有三個限制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2308" y="17373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1981048" y="201168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76" y="21214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0908" y="2926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無持久記憶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6628" y="34747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智能體只記得目前這次對話，換一個 session 就完全失憶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1348" y="17373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6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12140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9948" y="2926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僅本地工具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55668" y="34747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工具程式碼寫死在單一檔案，無法被其他智能體或系統共用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0388" y="17373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Shape 10"/>
          <p:cNvSpPr/>
          <p:nvPr/>
        </p:nvSpPr>
        <p:spPr>
          <a:xfrm>
            <a:off x="9479128" y="201168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856" y="212140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8988" y="2926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無身分管理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04708" y="34747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無法代表特定使用者行動，也沒有存取控制機制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接下來兩個任務，將依序解決記憶與工具治理的問題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53746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515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4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2468880" y="2331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468880" y="27889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 AgentCore Memory 強化記憶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514600" y="3977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建立具備 2 種策略的 Memory 資源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灌入歷史客服對話並用 Hook 自動讀寫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514600" y="4892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測試跨會話的個人化回答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短期記憶 vs. 長期記憶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6608" y="16916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1066648" y="2011680"/>
            <a:ext cx="685800" cy="685800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211455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35328" y="2011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短期記憶 Short-Term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12368" y="2880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單次對話內的上下文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2368" y="356616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Strands Agent 框架自動處理，session 結束即消失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4448" y="16916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6644488" y="2011680"/>
            <a:ext cx="685800" cy="685800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358" y="21145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3168" y="2011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長期記憶 Long-Term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90208" y="2880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跨多次對話萃取出的事實、偏好、摘要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90208" y="356616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AgentCore Memory 服務負責，可跨 session 保存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Memory 資源：兩種策略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USER_PREFERENCE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擷取客戶偏好與行為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support/customer/{actorId}/preferences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儲存對話中的事實資訊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support/customer/{actorId}/semantic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703320"/>
            <a:ext cx="640080" cy="640080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799332"/>
            <a:ext cx="448056" cy="4480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0200" y="365760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灌入歷史客服對話　</a:t>
            </a: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模擬客戶 customer_001 過去 3 段對話（MacBook 過熱、遊戲耳機退貨、筆電需求），讓 Memory 有素材可萃取洞察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event_expiry_days=90　→　原始事件 90 天後過期，但萃取出的長期記憶不受影響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Hooks：自動化讀寫機制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9468" y="2194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1619860" y="2359152"/>
            <a:ext cx="585216" cy="585216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642" y="24469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9196" y="301752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使用者送出訊息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110332" y="2743200"/>
            <a:ext cx="393192" cy="274320"/>
          </a:xfrm>
          <a:prstGeom prst="rightArrow">
            <a:avLst/>
          </a:prstGeom>
          <a:solidFill>
            <a:srgbClr val="C9D6EC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8" name="Shape 5"/>
          <p:cNvSpPr/>
          <p:nvPr/>
        </p:nvSpPr>
        <p:spPr>
          <a:xfrm>
            <a:off x="3558388" y="2194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6"/>
          <p:cNvSpPr/>
          <p:nvPr/>
        </p:nvSpPr>
        <p:spPr>
          <a:xfrm>
            <a:off x="4408780" y="2359152"/>
            <a:ext cx="585216" cy="585216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562" y="244693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68116" y="301752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retrieve_customer_context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(回應前 Hook)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899252" y="2743200"/>
            <a:ext cx="393192" cy="274320"/>
          </a:xfrm>
          <a:prstGeom prst="rightArrow">
            <a:avLst/>
          </a:prstGeom>
          <a:solidFill>
            <a:srgbClr val="C9D6EC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Shape 9"/>
          <p:cNvSpPr/>
          <p:nvPr/>
        </p:nvSpPr>
        <p:spPr>
          <a:xfrm>
            <a:off x="6347308" y="2194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Shape 10"/>
          <p:cNvSpPr/>
          <p:nvPr/>
        </p:nvSpPr>
        <p:spPr>
          <a:xfrm>
            <a:off x="7197700" y="2359152"/>
            <a:ext cx="585216" cy="585216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482" y="244693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57036" y="301752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生成回覆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688172" y="2743200"/>
            <a:ext cx="393192" cy="274320"/>
          </a:xfrm>
          <a:prstGeom prst="rightArrow">
            <a:avLst/>
          </a:prstGeom>
          <a:solidFill>
            <a:srgbClr val="C9D6EC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8" name="Shape 13"/>
          <p:cNvSpPr/>
          <p:nvPr/>
        </p:nvSpPr>
        <p:spPr>
          <a:xfrm>
            <a:off x="9136228" y="2194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Shape 14"/>
          <p:cNvSpPr/>
          <p:nvPr/>
        </p:nvSpPr>
        <p:spPr>
          <a:xfrm>
            <a:off x="9986620" y="2359152"/>
            <a:ext cx="585216" cy="585216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402" y="244693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45956" y="301752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save_support_interaction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(回應後 Hook)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914400" y="41148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回應前：</a:t>
            </a: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2 個 namespace 查詢最相關的 3 筆記憶，插入使用者訊息前方一併送給模型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4400" y="46177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回應後：</a:t>
            </a: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從最新一組「提問／回覆」寫回 Memory，成為下一次查詢的素材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整個機制對使用者完全透明 — 智能體程式碼幾乎不變，只多帶了 hooks=[memory_hooks]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測試：記憶增強智能體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568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客戶提問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「What are my laptop preferences?」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 sleep(90) 秒，確保先前灌入的歷史對話已被 AgentCore Memory 非同步萃取完成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212080" cy="365760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9568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智能體回答（自動帶入情境）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 ThinkPad 系列、需求 16GB RAM 以上、重視 Linux 相容性 …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83680" y="3611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客戶完全不需要重新描述需求 — Hook 已自動從步驟 7 灌入的歷史對話中查到答案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685800"/>
            <a:ext cx="1005840" cy="1005840"/>
          </a:xfrm>
          <a:prstGeom prst="ellipse">
            <a:avLst/>
          </a:prstGeom>
          <a:solidFill>
            <a:srgbClr val="D97F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804" y="836676"/>
            <a:ext cx="704088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提取練習 · Retrieval Check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闔上筆記，你還記得 Memory Hook 的兩個時機點嗎？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828800" y="3566160"/>
            <a:ext cx="8503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7" name="Text 4"/>
          <p:cNvSpPr/>
          <p:nvPr/>
        </p:nvSpPr>
        <p:spPr>
          <a:xfrm>
            <a:off x="219456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回應前　</a:t>
            </a: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retrieve_customer_context — 自動查詢並注入客戶情境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194560" y="4709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回應後　</a:t>
            </a: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save_support_interaction — 自動把新對話寫回長期記憶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53746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515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4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2468880" y="2331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468880" y="27889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 Gateway 與 Identity 擴展工具規模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514600" y="3977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用 OAuth2 / JWT 建立安全的 AgentCore Gateway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把 Lambda 工具掛載到 Gateway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514600" y="4892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合併本地與 Gateway 工具，測試 Enhanced Agent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為什麼需要 AgentCore Gateway？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企業往往有數百個 API / Lambda / 工具，各自散落在不同智能體程式碼中，難以安全共用與治理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23748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1615288" y="237744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016" y="248716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全託管 MCP 伺服器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06628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不需自行管理基礎設施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66948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4358488" y="237744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216" y="248716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4108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整合既有 API / Lambda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49828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既有企業資源可直接重用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0148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Shape 11"/>
          <p:cNvSpPr/>
          <p:nvPr/>
        </p:nvSpPr>
        <p:spPr>
          <a:xfrm>
            <a:off x="7101688" y="237744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416" y="248716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7308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統一介面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93028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多種工具透過同一套協定存取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3348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Shape 15"/>
          <p:cNvSpPr/>
          <p:nvPr/>
        </p:nvSpPr>
        <p:spPr>
          <a:xfrm>
            <a:off x="9844888" y="237744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4616" y="248716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0508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安全驗證與授權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36228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JWT 保護每一次呼叫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 / JWT 認證流程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2328" y="24688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1615288" y="2651760"/>
            <a:ext cx="731520" cy="731520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016" y="27614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2328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07128" y="24688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5"/>
          <p:cNvSpPr/>
          <p:nvPr/>
        </p:nvSpPr>
        <p:spPr>
          <a:xfrm>
            <a:off x="5730088" y="2651760"/>
            <a:ext cx="731520" cy="731520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76148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07128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021928" y="24688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Shape 8"/>
          <p:cNvSpPr/>
          <p:nvPr/>
        </p:nvSpPr>
        <p:spPr>
          <a:xfrm>
            <a:off x="9844888" y="265176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616" y="276148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21928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306928" y="2788920"/>
            <a:ext cx="1463040" cy="274320"/>
          </a:xfrm>
          <a:prstGeom prst="rightArrow">
            <a:avLst/>
          </a:prstGeom>
          <a:solidFill>
            <a:srgbClr val="9FB2D6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6" name="Text 11"/>
          <p:cNvSpPr/>
          <p:nvPr/>
        </p:nvSpPr>
        <p:spPr>
          <a:xfrm>
            <a:off x="3215488" y="1783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client_id / client_secret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Cognito 簽發 JWT Token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421728" y="3383280"/>
            <a:ext cx="1463040" cy="274320"/>
          </a:xfrm>
          <a:prstGeom prst="rightArrow">
            <a:avLst/>
          </a:prstGeom>
          <a:solidFill>
            <a:srgbClr val="9FB2D6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8" name="Text 13"/>
          <p:cNvSpPr/>
          <p:nvPr/>
        </p:nvSpPr>
        <p:spPr>
          <a:xfrm>
            <a:off x="7193128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帶 Bearer Token 呼叫 Gateway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Gateway 向 Cognito 驗證 → ④ 放行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280160" y="489204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0" name="Text 15"/>
          <p:cNvSpPr/>
          <p:nvPr/>
        </p:nvSpPr>
        <p:spPr>
          <a:xfrm>
            <a:off x="1645920" y="4892040"/>
            <a:ext cx="8869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只有名列 allowedClients 白名單、且 Token 未過期的請求，才能通過 Gateway 呼叫後端 Lambda 工具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Gateway 並掛載 Lambda Target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0F1B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868680" y="1719072"/>
            <a:ext cx="54864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gateway_client.create_gateway(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name="customersupport-gw",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protocolType="MCP",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authorizerType="CUSTOM_JWT",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authorizerConfiguration=auth_config,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663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502920" cy="502920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758" y="18585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783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一支 Lambda，多個工具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check_warranty_status(serial_number, customer_email)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web_search(keywords, region, max_results)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3429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依工具名稱路由到同一支 Lambda 對應的處理邏輯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206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　</a:t>
            </a: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Gateway →（本頁）掛載 Lambda Target（帶 API Spec 的 JSON Schema）→ 智能體以 MCPClient 連線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Agent：本地工具 ＋ Gateway 工具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632808" y="30175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5775808" y="3182112"/>
            <a:ext cx="640080" cy="64008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820" y="3278124"/>
            <a:ext cx="448056" cy="448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2808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Agent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9202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5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1717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本地工具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26974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 ‧ return policy ‧ technical support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68335" y="19202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9"/>
          <p:cNvSpPr/>
          <p:nvPr/>
        </p:nvSpPr>
        <p:spPr>
          <a:xfrm>
            <a:off x="8396935" y="210312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515" y="21717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91295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工具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396935" y="26974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‧ check_warranty_status　(經 OAuth/MCP)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901288" y="5212080"/>
            <a:ext cx="4389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8" name="Shape 13"/>
          <p:cNvSpPr/>
          <p:nvPr/>
        </p:nvSpPr>
        <p:spPr>
          <a:xfrm>
            <a:off x="4129888" y="5367528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8468" y="543610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15688" y="5367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Hooks（跨會話個人化）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023360" y="2834640"/>
            <a:ext cx="609448" cy="0"/>
          </a:xfrm>
          <a:prstGeom prst="line">
            <a:avLst/>
          </a:prstGeom>
          <a:noFill/>
          <a:ln w="25400">
            <a:solidFill>
              <a:srgbClr val="C9D6E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2" name="Shape 16"/>
          <p:cNvSpPr/>
          <p:nvPr/>
        </p:nvSpPr>
        <p:spPr>
          <a:xfrm>
            <a:off x="7558888" y="2834640"/>
            <a:ext cx="609448" cy="0"/>
          </a:xfrm>
          <a:prstGeom prst="line">
            <a:avLst/>
          </a:prstGeom>
          <a:noFill/>
          <a:ln w="25400">
            <a:solidFill>
              <a:srgbClr val="C9D6E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Shape 17"/>
          <p:cNvSpPr/>
          <p:nvPr/>
        </p:nvSpPr>
        <p:spPr>
          <a:xfrm>
            <a:off x="6095848" y="4389120"/>
            <a:ext cx="0" cy="822960"/>
          </a:xfrm>
          <a:prstGeom prst="line">
            <a:avLst/>
          </a:prstGeom>
          <a:noFill/>
          <a:ln w="25400">
            <a:solidFill>
              <a:srgbClr val="C9D6E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4" name="Text 1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拿掉本地 web_search（改由 Gateway 提供同名能力）— 部分工具留本地求快，部分集中管理求可重用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測試：整合成果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2308" y="173736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1981048" y="201168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76" y="21214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5188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網路搜尋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0908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"最新 iPhone 15 疑難排解"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6628" y="43434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Gateway 上的 web_search 工具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1348" y="173736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1214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4228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保固查詢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9948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"查詢序號 ABC12345678 的保固狀態"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55668" y="43434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驗證代理企業 Lambda 的 check_warranty_status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Shape 12"/>
          <p:cNvSpPr/>
          <p:nvPr/>
        </p:nvSpPr>
        <p:spPr>
          <a:xfrm>
            <a:off x="9479128" y="201168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856" y="212140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3268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 ＋ Gateway 綜合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8988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"我需要遊戲耳機，也搜尋一下最新評測"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04708" y="43434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同時觸發歷史偏好記憶與 Gateway 搜尋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回顧：完整能力演進流程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6608" y="182880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1935328" y="2103120"/>
            <a:ext cx="731520" cy="731520"/>
          </a:xfrm>
          <a:prstGeom prst="ellipse">
            <a:avLst/>
          </a:prstGeom>
          <a:solidFill>
            <a:srgbClr val="2D9CDB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056" y="22128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9488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Agent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5208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本地工具 + System Prompt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28720" y="2898648"/>
            <a:ext cx="539496" cy="329184"/>
          </a:xfrm>
          <a:prstGeom prst="rightArrow">
            <a:avLst/>
          </a:prstGeom>
          <a:solidFill>
            <a:srgbClr val="3C5386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Shape 6"/>
          <p:cNvSpPr/>
          <p:nvPr/>
        </p:nvSpPr>
        <p:spPr>
          <a:xfrm>
            <a:off x="4541368" y="182880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5730088" y="2103120"/>
            <a:ext cx="731520" cy="731520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21284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4248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Memory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69968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跨會話長期記憶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23480" y="2898648"/>
            <a:ext cx="539496" cy="329184"/>
          </a:xfrm>
          <a:prstGeom prst="rightArrow">
            <a:avLst/>
          </a:prstGeom>
          <a:solidFill>
            <a:srgbClr val="3C5386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5" name="Shape 11"/>
          <p:cNvSpPr/>
          <p:nvPr/>
        </p:nvSpPr>
        <p:spPr>
          <a:xfrm>
            <a:off x="8336128" y="182880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6" name="Shape 12"/>
          <p:cNvSpPr/>
          <p:nvPr/>
        </p:nvSpPr>
        <p:spPr>
          <a:xfrm>
            <a:off x="9524848" y="210312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576" y="221284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19008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Gateway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64728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集中工具 + OAuth 驗證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每一步都只是「疊加」能力 — Enhanced Agent 的核心邏輯與 Task 1.1 的 Basic Agent 完全一致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回顧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640080"/>
            <a:ext cx="1005840" cy="1005840"/>
          </a:xfrm>
          <a:prstGeom prst="ellipse">
            <a:avLst/>
          </a:prstGeom>
          <a:solidFill>
            <a:srgbClr val="D97F0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804" y="790956"/>
            <a:ext cx="704088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7830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遷移挑戰 · Transfer Challenge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如果要新增第三個 Gateway 工具（例如「查詢訂單狀態」），</a:t>
            </a: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你需要調整哪些步驟？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463040" y="3840480"/>
            <a:ext cx="9235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7" name="Text 4"/>
          <p:cNvSpPr/>
          <p:nvPr/>
        </p:nvSpPr>
        <p:spPr>
          <a:xfrm>
            <a:off x="1828800" y="40690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Spec：新增一段 JSON Schema 描述輸入參數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46634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Lambda：由同一支 Lambda 依工具名稱多路由一種操作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28800" y="52578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IAM／授權：確認 Gateway 執行角色具備呼叫權限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總結與下一步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1629918"/>
            <a:ext cx="352044" cy="352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2704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Strands 建立了基本客服智能體原型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2407158"/>
            <a:ext cx="352044" cy="352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30428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AgentCore Memory 加上跨會話長期記憶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3184398"/>
            <a:ext cx="352044" cy="3520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08152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AgentCore Gateway 整合集中式、安全的企業工具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31520" y="42062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Shape 8"/>
          <p:cNvSpPr/>
          <p:nvPr/>
        </p:nvSpPr>
        <p:spPr>
          <a:xfrm>
            <a:off x="1005840" y="4434840"/>
            <a:ext cx="640080" cy="64008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" y="4530852"/>
            <a:ext cx="448056" cy="4480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83080" y="44348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下一步：Task 2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783080" y="48920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關閉筆記本 → 回到 Lab 操作手冊 → 到 AgentCore 主控台檢視剛才建立的 Memory / Gateway 等雲端資源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640080"/>
            <a:ext cx="1005840" cy="1005840"/>
          </a:xfrm>
          <a:prstGeom prst="ellipse">
            <a:avLst/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804" y="790956"/>
            <a:ext cx="704088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7830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自我反思 · Reflection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花 2 分鐘，寫下：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32308" y="310896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7" name="Text 4"/>
          <p:cNvSpPr/>
          <p:nvPr/>
        </p:nvSpPr>
        <p:spPr>
          <a:xfrm>
            <a:off x="860908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件今天學到的事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6628" y="42062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例如：Hook 如何自動化記憶讀寫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1348" y="310896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7"/>
          <p:cNvSpPr/>
          <p:nvPr/>
        </p:nvSpPr>
        <p:spPr>
          <a:xfrm>
            <a:off x="4609948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zh-TW" sz="145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5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個還不確定的地方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655668" y="42062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例如：OAuth 的 scope 具體怎麼設計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30388" y="310896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243A6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0"/>
          <p:cNvSpPr/>
          <p:nvPr/>
        </p:nvSpPr>
        <p:spPr>
          <a:xfrm>
            <a:off x="8358988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接下來想動手嘗試的事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404708" y="42062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例如：自己加一個新的 Gateway 工具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1060</Words>
  <Application>Microsoft Macintosh PowerPoint</Application>
  <PresentationFormat>Widescreen</PresentationFormat>
  <Paragraphs>253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a2457</cp:lastModifiedBy>
  <cp:revision>2</cp:revision>
  <dcterms:created xsi:type="dcterms:W3CDTF">2026-09-07T18:54:04Z</dcterms:created>
  <dcterms:modified xsi:type="dcterms:W3CDTF">2026-09-07T19:02:11Z</dcterms:modified>
</cp:coreProperties>
</file>